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2" r:id="rId7"/>
    <p:sldId id="264" r:id="rId8"/>
    <p:sldId id="263" r:id="rId9"/>
    <p:sldId id="274" r:id="rId10"/>
    <p:sldId id="276" r:id="rId11"/>
    <p:sldId id="280" r:id="rId12"/>
    <p:sldId id="277" r:id="rId13"/>
    <p:sldId id="278" r:id="rId14"/>
    <p:sldId id="281" r:id="rId15"/>
    <p:sldId id="282" r:id="rId16"/>
    <p:sldId id="28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332" autoAdjust="0"/>
  </p:normalViewPr>
  <p:slideViewPr>
    <p:cSldViewPr snapToGrid="0" snapToObjects="1">
      <p:cViewPr varScale="1">
        <p:scale>
          <a:sx n="82" d="100"/>
          <a:sy n="82" d="100"/>
        </p:scale>
        <p:origin x="14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2673" y="701959"/>
            <a:ext cx="7772400" cy="833441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 Spare: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 Parts Marketplace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Flutter-based E-commerce Application for Car Spare Parts</a:t>
            </a:r>
            <a:endParaRPr sz="18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7924" y="4302266"/>
            <a:ext cx="6400800" cy="2357152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1. Ahmed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tharwat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Ahmed              Student ID: __________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2.Ahmed Mostafa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Almazon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Student ID: __________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3.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Ziad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rafat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Student ID: __________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4.Salma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Yousry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Abdel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Razek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Student ID: </a:t>
            </a:r>
            <a:r>
              <a:rPr lang="en-US" b="1" dirty="0"/>
              <a:t>21051343 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5. Omar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Abdelalim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Abdelfattah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Student ID: __________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Freddy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Rafik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Wahib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Student ID:-----------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106382" y="2512576"/>
            <a:ext cx="5134930" cy="6093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Track: Mobile Application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Code: CAI3_SWD8_G1_DEPI3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588653" y="3371551"/>
            <a:ext cx="6375400" cy="6628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 Eng. Michael Hany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902691" y="1901094"/>
            <a:ext cx="5560291" cy="3713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“Empowering car owners with smart spare part solutions.” </a:t>
            </a:r>
            <a:endParaRPr lang="en-US" sz="18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1976582"/>
            <a:ext cx="8229600" cy="2170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We would like to express our sincere thanks </a:t>
            </a:r>
            <a:r>
              <a:rPr lang="en-US" sz="2400" b="1" dirty="0">
                <a:solidFill>
                  <a:srgbClr val="0070C0"/>
                </a:solidFill>
              </a:rPr>
              <a:t>to Engineer Michael Hany</a:t>
            </a:r>
            <a:r>
              <a:rPr lang="en-US" sz="2400" dirty="0"/>
              <a:t> for his guidance throughout this project; his valuable feedback and support were truly invaluable.</a:t>
            </a:r>
            <a:br>
              <a:rPr lang="en-US" sz="2400" dirty="0"/>
            </a:br>
            <a:r>
              <a:rPr lang="en-US" sz="2400" dirty="0"/>
              <a:t>Under his supervision, we have learned and grown more than we could have imagined.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Aim &amp; Objectives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Auto Spare</a:t>
            </a:r>
            <a:r>
              <a:rPr lang="en-US" dirty="0"/>
              <a:t> is a mobile app connecting car owners with spare part sellers.</a:t>
            </a:r>
          </a:p>
          <a:p>
            <a:r>
              <a:rPr lang="en-US" b="1" dirty="0"/>
              <a:t>Search, and purchase</a:t>
            </a:r>
            <a:r>
              <a:rPr lang="en-US" dirty="0"/>
              <a:t> car spare parts easily.</a:t>
            </a:r>
          </a:p>
          <a:p>
            <a:r>
              <a:rPr lang="en-US" b="1" dirty="0"/>
              <a:t>Provides roadside assistance</a:t>
            </a:r>
            <a:r>
              <a:rPr lang="en-US" dirty="0"/>
              <a:t> via tow truck requests and simplifies spare part purchasing.</a:t>
            </a:r>
          </a:p>
          <a:p>
            <a:r>
              <a:rPr lang="en-US" b="1" dirty="0"/>
              <a:t>Enables sellers</a:t>
            </a:r>
            <a:r>
              <a:rPr lang="en-US" dirty="0"/>
              <a:t> to list and advertise products to reach more customers.</a:t>
            </a:r>
          </a:p>
          <a:p>
            <a:r>
              <a:rPr lang="en-US" b="1" dirty="0"/>
              <a:t>Revolutionizes</a:t>
            </a:r>
            <a:r>
              <a:rPr lang="en-US" dirty="0"/>
              <a:t> how car owners find spare parts and handle emergencies.</a:t>
            </a:r>
          </a:p>
          <a:p>
            <a:r>
              <a:rPr lang="en-US" b="1" dirty="0"/>
              <a:t>Combines e-commerce</a:t>
            </a:r>
            <a:r>
              <a:rPr lang="en-US" dirty="0"/>
              <a:t> with smart automotive support.</a:t>
            </a:r>
          </a:p>
          <a:p>
            <a:r>
              <a:rPr lang="en-US" b="1" dirty="0"/>
              <a:t>A future-ready platform</a:t>
            </a:r>
            <a:r>
              <a:rPr lang="en-US" dirty="0"/>
              <a:t> for the spare parts market.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3"/>
            <a:ext cx="8229600" cy="641783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" y="1265386"/>
            <a:ext cx="8603673" cy="477765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Issues in the Car Spare Parts Market:</a:t>
            </a:r>
          </a:p>
          <a:p>
            <a:pPr marL="0" indent="0">
              <a:buNone/>
            </a:pPr>
            <a:endParaRPr lang="en-US" b="1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🔍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finding the right spare parts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quickly and reliably.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🏪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 to sellers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inefficient comparisons and higher prices.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🚚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integrated solution for roadside emergencies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 towing services.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⚡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and fragmented purchasing process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📱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 centralized, user-friendly platform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combining e-commerce with emergency support.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Car owners face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delays, higher costs, and inconvenience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Sellers struggle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reach a wider customer base efficiently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Auto Spare provides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smart, all-in-one platform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simplifies spare part buying and offers emergency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9689"/>
          </a:xfrm>
        </p:spPr>
        <p:txBody>
          <a:bodyPr>
            <a:normAutofit fontScale="90000"/>
          </a:bodyPr>
          <a:lstStyle/>
          <a:p>
            <a:r>
              <a:rPr lang="en-US" dirty="0"/>
              <a:t>Our Solution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946"/>
            <a:ext cx="8229600" cy="507321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Solutions Provide:</a:t>
            </a:r>
          </a:p>
          <a:p>
            <a:pPr marL="0" indent="0">
              <a:buNone/>
            </a:pPr>
            <a:endParaRPr lang="en-US" sz="16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🔍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&amp; Compare: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Quickly find and compare car spare parts across multiple sellers.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🛒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Seamless Purchasing: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Buy spare parts directly through the app.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🚚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Roadside Assistance: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Request a tow truck in case of breakdowns for instant help.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🏪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 Dashboard: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List and advertise products to reach a wider customer base.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📱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 Support: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Built with Flutter for smooth performance on both Android and iOS.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💡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Integration: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e-commerce with emergency support in one platform.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</a:p>
          <a:p>
            <a:pPr marL="0" indent="0">
              <a:buNone/>
            </a:pPr>
            <a:endParaRPr lang="en-US" sz="16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and effort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car owners.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access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spare parts and emergency services.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sellers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 their reach and sales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Stack &amp; Modules: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Flutter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Firebase / Dart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Maps &amp; Location: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Geolocator package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pub.dev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Modules: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Module: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Search, purchase, tow requests.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 Module: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Product listing, advertising, order management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&amp; seller management.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</a:t>
            </a:r>
            <a:r>
              <a:rPr lang="en-US" dirty="0"/>
              <a:t>Seller creates account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2.</a:t>
            </a:r>
            <a:r>
              <a:rPr lang="en-US" dirty="0"/>
              <a:t>Admin accept/reject account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3.</a:t>
            </a:r>
            <a:r>
              <a:rPr lang="en-US" dirty="0"/>
              <a:t>Seller add product/s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4.</a:t>
            </a:r>
            <a:r>
              <a:rPr lang="en-US" dirty="0"/>
              <a:t>Admin accept/reject seller product/s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5.</a:t>
            </a:r>
            <a:r>
              <a:rPr lang="en-US" dirty="0"/>
              <a:t>User can buy the product/s</a:t>
            </a:r>
            <a:r>
              <a:rPr dirty="0"/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6. (Optional) User can order Tow Truck.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Design &amp;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lang="en-US" dirty="0"/>
              <a:t>Login</a:t>
            </a:r>
          </a:p>
          <a:p>
            <a:r>
              <a:rPr dirty="0"/>
              <a:t>Home Screen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lang="en-US" dirty="0"/>
              <a:t>Category Screen 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lang="en-US" dirty="0"/>
              <a:t>Tow Truck Screen</a:t>
            </a:r>
          </a:p>
          <a:p>
            <a:r>
              <a:rPr lang="en-US" dirty="0"/>
              <a:t>Cart Screen</a:t>
            </a:r>
            <a:r>
              <a:rPr dirty="0"/>
              <a:t> </a:t>
            </a:r>
            <a:endParaRPr lang="en-US" dirty="0"/>
          </a:p>
          <a:p>
            <a:pPr marL="0" indent="0">
              <a:buNone/>
            </a:pPr>
            <a:r>
              <a:rPr dirty="0"/>
              <a:t>• </a:t>
            </a:r>
            <a:r>
              <a:rPr lang="en-US" dirty="0"/>
              <a:t>Profile Screen</a:t>
            </a:r>
            <a:endParaRPr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Login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7090" y="988291"/>
            <a:ext cx="3426692" cy="5430982"/>
          </a:xfrm>
        </p:spPr>
      </p:pic>
    </p:spTree>
    <p:extLst>
      <p:ext uri="{BB962C8B-B14F-4D97-AF65-F5344CB8AC3E}">
        <p14:creationId xmlns:p14="http://schemas.microsoft.com/office/powerpoint/2010/main" val="2645215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71500"/>
          </a:xfrm>
        </p:spPr>
        <p:txBody>
          <a:bodyPr>
            <a:normAutofit fontScale="90000"/>
          </a:bodyPr>
          <a:lstStyle/>
          <a:p>
            <a:r>
              <a:rPr lang="en-US" dirty="0"/>
              <a:t>Category Tab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0700" y="846138"/>
            <a:ext cx="3086100" cy="544036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01" y="846138"/>
            <a:ext cx="3086100" cy="544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000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Product (seller)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634" y="1514764"/>
            <a:ext cx="3232727" cy="4611399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14764"/>
            <a:ext cx="3086100" cy="461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79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96219"/>
          </a:xfrm>
        </p:spPr>
        <p:txBody>
          <a:bodyPr>
            <a:normAutofit fontScale="90000"/>
          </a:bodyPr>
          <a:lstStyle/>
          <a:p>
            <a:r>
              <a:rPr lang="en-US" dirty="0"/>
              <a:t>Ordering Product (user)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583" y="1062180"/>
            <a:ext cx="2392217" cy="5660836"/>
          </a:xfr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203" y="1062180"/>
            <a:ext cx="2429741" cy="566083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3" y="1062179"/>
            <a:ext cx="2461491" cy="566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134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327" y="124638"/>
            <a:ext cx="2484581" cy="6654853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4168" y="23064"/>
            <a:ext cx="3086100" cy="6858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900" y="0"/>
            <a:ext cx="3086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122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Tow Truck Request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401" y="1260566"/>
            <a:ext cx="2036683" cy="516636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5176" y="1260566"/>
            <a:ext cx="2393510" cy="51663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9270" y="1260566"/>
            <a:ext cx="3086100" cy="516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017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93" y="130629"/>
            <a:ext cx="3517704" cy="6496593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337" y="130629"/>
            <a:ext cx="3086100" cy="649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36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995" y="69670"/>
            <a:ext cx="2733931" cy="678833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82" y="69669"/>
            <a:ext cx="3086100" cy="6788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880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625</Words>
  <Application>Microsoft Office PowerPoint</Application>
  <PresentationFormat>On-screen Show (4:3)</PresentationFormat>
  <Paragraphs>89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Auto Spare: Smart Car Parts Marketplace Flutter-based E-commerce Application for Car Spare Parts</vt:lpstr>
      <vt:lpstr>Thank You</vt:lpstr>
      <vt:lpstr>Aim &amp; Objectives</vt:lpstr>
      <vt:lpstr>Problem Statement</vt:lpstr>
      <vt:lpstr>Our Solution Proposed</vt:lpstr>
      <vt:lpstr>System Architecture</vt:lpstr>
      <vt:lpstr>Workflow</vt:lpstr>
      <vt:lpstr>UI Design &amp; Screenshots</vt:lpstr>
      <vt:lpstr>Login </vt:lpstr>
      <vt:lpstr>Category Tab</vt:lpstr>
      <vt:lpstr>Add Product (seller)</vt:lpstr>
      <vt:lpstr>Ordering Product (user)</vt:lpstr>
      <vt:lpstr>PowerPoint Presentation</vt:lpstr>
      <vt:lpstr>Tow Truck Request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 Spare Flutter-based E-commerce Application for Car Spare Parts</dc:title>
  <dc:subject/>
  <dc:creator>Salma</dc:creator>
  <cp:keywords/>
  <dc:description>generated using python-pptx</dc:description>
  <cp:lastModifiedBy>Freddy Rafik</cp:lastModifiedBy>
  <cp:revision>37</cp:revision>
  <dcterms:created xsi:type="dcterms:W3CDTF">2013-01-27T09:14:16Z</dcterms:created>
  <dcterms:modified xsi:type="dcterms:W3CDTF">2025-11-14T06:43:51Z</dcterms:modified>
  <cp:category/>
</cp:coreProperties>
</file>